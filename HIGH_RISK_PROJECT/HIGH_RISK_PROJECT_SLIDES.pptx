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>
      <p:cViewPr varScale="1">
        <p:scale>
          <a:sx n="105" d="100"/>
          <a:sy n="105" d="100"/>
        </p:scale>
        <p:origin x="84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7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6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7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9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67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6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6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4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B5CED7D-4648-9941-B288-723EA5404E1C}" type="datetimeFigureOut">
              <a:rPr lang="en-US" smtClean="0"/>
              <a:t>3/29/25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414EB35-AC19-3042-A477-5C687323E55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24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89FE-8F22-AA47-FA09-387ED9DAC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ED Fast Track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733FB-132D-F0FB-7DB7-2974C5288D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 in Healthcare - High Risk Project</a:t>
            </a:r>
          </a:p>
        </p:txBody>
      </p:sp>
    </p:spTree>
    <p:extLst>
      <p:ext uri="{BB962C8B-B14F-4D97-AF65-F5344CB8AC3E}">
        <p14:creationId xmlns:p14="http://schemas.microsoft.com/office/powerpoint/2010/main" val="2015186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90DE-6DEE-A3DA-E1B2-3A6E95DC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CEAC6-1CF4-90C8-4E9C-8FEFA170F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5744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11758</TotalTime>
  <Words>11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Gill Sans MT</vt:lpstr>
      <vt:lpstr>Wingdings 2</vt:lpstr>
      <vt:lpstr>Dividend</vt:lpstr>
      <vt:lpstr>ED Fast Track Prediction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 McCormack</dc:creator>
  <cp:lastModifiedBy>Owen McCormack</cp:lastModifiedBy>
  <cp:revision>2</cp:revision>
  <dcterms:created xsi:type="dcterms:W3CDTF">2025-03-29T16:57:57Z</dcterms:created>
  <dcterms:modified xsi:type="dcterms:W3CDTF">2025-04-06T20:56:53Z</dcterms:modified>
</cp:coreProperties>
</file>